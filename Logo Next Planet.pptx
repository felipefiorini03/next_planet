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80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53DAA-188C-4EC2-AA14-EFF25FF6A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DC31FC-0F23-4967-AF86-497E329C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CC639F-794D-4546-8D95-38B695CA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23A975-C2AD-4902-BDD4-2A928FC1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C65F70-065D-4746-9B17-52B0E7EF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70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B932A-8B15-4B9E-9800-1EF763EC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9D5C06-5901-4E67-B612-D9243DB67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E6BA4-1C28-4349-A383-18E72EC1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EBCD12-4CD5-4405-91F8-6E7887A5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041EB-1620-4F94-A174-B0CCF691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59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AD11F-F5A8-41AB-AB84-FD8D15BD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F08853-4874-422E-BCE6-0D219034D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A09624-7918-44C0-B7D0-9C79F5B8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52D038-6303-439E-BF64-67BC6931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05BF85-0F27-4C6F-A83B-F1F222EB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96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7B646-5D31-455B-B6E1-C7B0F475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418B9C-1BFE-4889-B92D-B1A8048FD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D94BAA-40D9-434F-9368-662774D1B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190551-1949-4FC3-8C7D-D3BEC0B5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415DC1-6356-46BD-AD81-686521A06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FC6C77-81E3-41E2-B7F3-A7C5C240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71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AC14-021B-4761-B512-F094AD88D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779A6A-8155-498B-AA82-70263D2D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BB219F-58F8-4AB6-8234-FD653B860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B0BEAD-0B4B-492F-B905-442028D7D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3D8B75-DB19-41D9-A00E-529E81C77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8912E3-20F8-4EF9-8B09-E89209C2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66088A-597C-4154-9166-7BA565C85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72D81A-B332-48A1-962F-8BE552F4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23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1993D-F7FF-4C4E-B38C-791AF3E4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C2C13C-8044-4051-B32D-D78E0F47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E2780D-992B-4CC0-9C6E-2BCFDD8E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7F8B8E-E7BE-43ED-94FD-B5081B8D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3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A271D15-53B5-4B49-8D2A-34A2CE00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097072-69FB-49B1-AACD-DB149811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D0C092-40FF-4133-80B3-22DAEA36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91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0756F-1BA6-4FC8-91CA-24064098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82AC3A-B9CF-42D7-8743-8FBFE3ED4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443D9B-42B0-4113-A2E7-14692291D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95C270-5F0E-4C10-84E6-9A5B5DA2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F56B06-42E9-4F86-91F3-DC6E0AE0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9F3CDD-0E96-4E24-B948-71F85399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44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1C8D4-87D6-4047-A088-4BFB593D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E1867B-55D1-4EBF-8B92-F58F12AB8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3537B3-1F61-44DA-B14F-FBF360E9F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38EE95-29E7-4EA3-B60C-43C368E93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649DDB-88F3-4523-A419-79270667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2B8F05-F473-4466-B2C9-CFA799D9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07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B639E-702B-4315-B4D2-5F471BEA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5E8CED-A3AD-45AD-90C8-06D6623E6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FA648-49E8-4120-B64F-BA9719EB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A40380-D8E6-40F3-9E7D-4DA5072D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4E6C3E-04E6-4750-B7F8-9F24FFFB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29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2FA499-E05F-48F8-B323-E6A4E80CD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055871-ADA9-4F0F-96EA-C7750164C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E647-F410-447B-86CE-E4C3D882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35A70-3ACA-4F11-BA98-BC9DB8AC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BF7605-774D-404F-AAFB-20E1E9E7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28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D617B3-71CC-4980-A7E4-0A026CB3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A44A00-053E-40FA-AEE6-320396EF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FE9C4-0340-446E-B89C-3867D9AF2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A6F66-866D-470B-91AA-E5D7099CE1B9}" type="datetimeFigureOut">
              <a:rPr lang="pt-BR" smtClean="0"/>
              <a:t>05/04/2021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47F49F-0105-4B63-8035-E5A5924CF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5AC28-13BF-4B14-8254-F1326649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206DF-D599-42AB-9DF4-F3D16BDF39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1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1D064AA4-E82E-4894-8B8F-C1AEE8371053}"/>
              </a:ext>
            </a:extLst>
          </p:cNvPr>
          <p:cNvSpPr txBox="1"/>
          <p:nvPr/>
        </p:nvSpPr>
        <p:spPr>
          <a:xfrm>
            <a:off x="5187952" y="2459504"/>
            <a:ext cx="70789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accent1"/>
                </a:solidFill>
                <a:latin typeface="Castellar" panose="020A0402060406010301" pitchFamily="18" charset="0"/>
                <a:ea typeface="Malgun Gothic" panose="020B0503020000020004" pitchFamily="34" charset="-127"/>
              </a:rPr>
              <a:t>Next Planet</a:t>
            </a:r>
          </a:p>
          <a:p>
            <a:pPr algn="ctr"/>
            <a:r>
              <a:rPr lang="pt-BR" sz="5400" b="1" dirty="0">
                <a:solidFill>
                  <a:schemeClr val="accent6"/>
                </a:solidFill>
                <a:latin typeface="Edwardian Script ITC" panose="030303020407070D0804" pitchFamily="66" charset="0"/>
              </a:rPr>
              <a:t>Unidos pela tecnologia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B629CA-0E28-49EC-B2DA-6F33B737C008}"/>
              </a:ext>
            </a:extLst>
          </p:cNvPr>
          <p:cNvGrpSpPr/>
          <p:nvPr/>
        </p:nvGrpSpPr>
        <p:grpSpPr>
          <a:xfrm>
            <a:off x="114302" y="0"/>
            <a:ext cx="5770880" cy="6355080"/>
            <a:chOff x="114302" y="-70902"/>
            <a:chExt cx="5770880" cy="635508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796E304-E859-41AE-8C24-B864E5B90B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0093" b="87963" l="33333" r="43125">
                          <a14:foregroundMark x1="33802" y1="75463" x2="33229" y2="77593"/>
                          <a14:foregroundMark x1="33229" y1="77593" x2="33333" y2="82500"/>
                          <a14:foregroundMark x1="33333" y1="82500" x2="35052" y2="86667"/>
                          <a14:foregroundMark x1="36523" y1="87296" x2="37865" y2="87870"/>
                          <a14:foregroundMark x1="35052" y1="86667" x2="36502" y2="87287"/>
                          <a14:foregroundMark x1="37865" y1="87870" x2="39167" y2="87963"/>
                          <a14:foregroundMark x1="39167" y1="87963" x2="40208" y2="87315"/>
                          <a14:foregroundMark x1="33542" y1="76389" x2="33333" y2="78796"/>
                          <a14:foregroundMark x1="33333" y1="78796" x2="33698" y2="82407"/>
                          <a14:backgroundMark x1="35938" y1="83148" x2="35938" y2="83148"/>
                          <a14:backgroundMark x1="36563" y1="84259" x2="37552" y2="85278"/>
                          <a14:backgroundMark x1="37552" y1="85278" x2="36302" y2="83981"/>
                          <a14:backgroundMark x1="36302" y1="83981" x2="35625" y2="82500"/>
                          <a14:backgroundMark x1="35625" y1="82500" x2="37552" y2="85833"/>
                          <a14:backgroundMark x1="40573" y1="75556" x2="39740" y2="74444"/>
                          <a14:backgroundMark x1="39740" y1="74444" x2="39167" y2="72870"/>
                          <a14:backgroundMark x1="39167" y1="72870" x2="38281" y2="71944"/>
                          <a14:backgroundMark x1="38281" y1="71944" x2="39115" y2="73519"/>
                          <a14:backgroundMark x1="39115" y1="73519" x2="40521" y2="75463"/>
                        </a14:backgroundRemoval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32673" t="69724" r="55603" b="10823"/>
            <a:stretch/>
          </p:blipFill>
          <p:spPr>
            <a:xfrm>
              <a:off x="114302" y="665053"/>
              <a:ext cx="5770880" cy="5386090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C6FAD1E-68ED-4520-AEC3-8A8ECABEF8A0}"/>
                </a:ext>
              </a:extLst>
            </p:cNvPr>
            <p:cNvSpPr txBox="1"/>
            <p:nvPr/>
          </p:nvSpPr>
          <p:spPr>
            <a:xfrm>
              <a:off x="1821818" y="-70902"/>
              <a:ext cx="3017520" cy="5386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4400" b="1" dirty="0">
                  <a:solidFill>
                    <a:schemeClr val="accent6"/>
                  </a:solidFill>
                  <a:latin typeface="Algerian" panose="04020705040A02060702" pitchFamily="82" charset="0"/>
                </a:rPr>
                <a:t>P</a:t>
              </a:r>
              <a:endParaRPr lang="pt-BR" b="1" dirty="0">
                <a:solidFill>
                  <a:schemeClr val="accent6"/>
                </a:solidFill>
                <a:latin typeface="Algerian" panose="04020705040A02060702" pitchFamily="82" charset="0"/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AD3D5B5-DC63-4587-9BCB-6687EFD39A81}"/>
                </a:ext>
              </a:extLst>
            </p:cNvPr>
            <p:cNvSpPr txBox="1"/>
            <p:nvPr/>
          </p:nvSpPr>
          <p:spPr>
            <a:xfrm>
              <a:off x="1244600" y="898088"/>
              <a:ext cx="3017520" cy="5386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4400" b="1" dirty="0">
                  <a:solidFill>
                    <a:schemeClr val="accent1"/>
                  </a:solidFill>
                  <a:latin typeface="Algerian" panose="04020705040A02060702" pitchFamily="82" charset="0"/>
                </a:rPr>
                <a:t>N</a:t>
              </a:r>
              <a:endParaRPr lang="pt-BR" b="1" dirty="0">
                <a:solidFill>
                  <a:schemeClr val="accent1"/>
                </a:solidFill>
                <a:latin typeface="Algerian" panose="04020705040A02060702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7198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Algerian</vt:lpstr>
      <vt:lpstr>Arial</vt:lpstr>
      <vt:lpstr>Calibri</vt:lpstr>
      <vt:lpstr>Calibri Light</vt:lpstr>
      <vt:lpstr>Castellar</vt:lpstr>
      <vt:lpstr>Edwardian Script ITC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ENZO FONSECA MELO</dc:creator>
  <cp:lastModifiedBy>ENZO FONSECA MELO</cp:lastModifiedBy>
  <cp:revision>3</cp:revision>
  <dcterms:created xsi:type="dcterms:W3CDTF">2021-04-06T02:49:34Z</dcterms:created>
  <dcterms:modified xsi:type="dcterms:W3CDTF">2021-04-06T03:15:19Z</dcterms:modified>
</cp:coreProperties>
</file>