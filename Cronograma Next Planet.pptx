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44002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4" autoAdjust="0"/>
    <p:restoredTop sz="94660"/>
  </p:normalViewPr>
  <p:slideViewPr>
    <p:cSldViewPr snapToGrid="0">
      <p:cViewPr>
        <p:scale>
          <a:sx n="50" d="100"/>
          <a:sy n="50" d="100"/>
        </p:scale>
        <p:origin x="28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22363"/>
            <a:ext cx="108001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602038"/>
            <a:ext cx="108001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E044-4766-4C84-B27D-8683520958B9}" type="datetimeFigureOut">
              <a:rPr lang="pt-BR" smtClean="0"/>
              <a:t>12/05/2021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9831-0249-438E-99D9-F9C6F68A2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169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E044-4766-4C84-B27D-8683520958B9}" type="datetimeFigureOut">
              <a:rPr lang="pt-BR" smtClean="0"/>
              <a:t>12/05/2021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9831-0249-438E-99D9-F9C6F68A2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8706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09739"/>
            <a:ext cx="1242018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589464"/>
            <a:ext cx="1242018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E044-4766-4C84-B27D-8683520958B9}" type="datetimeFigureOut">
              <a:rPr lang="pt-BR" smtClean="0"/>
              <a:t>12/05/2021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9831-0249-438E-99D9-F9C6F68A2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238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825625"/>
            <a:ext cx="6120091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825625"/>
            <a:ext cx="6120091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E044-4766-4C84-B27D-8683520958B9}" type="datetimeFigureOut">
              <a:rPr lang="pt-BR" smtClean="0"/>
              <a:t>12/05/2021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9831-0249-438E-99D9-F9C6F68A2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3953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65126"/>
            <a:ext cx="12420184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681163"/>
            <a:ext cx="60919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505075"/>
            <a:ext cx="6091965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681163"/>
            <a:ext cx="61219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505075"/>
            <a:ext cx="6121966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E044-4766-4C84-B27D-8683520958B9}" type="datetimeFigureOut">
              <a:rPr lang="pt-BR" smtClean="0"/>
              <a:t>12/05/2021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9831-0249-438E-99D9-F9C6F68A2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68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E044-4766-4C84-B27D-8683520958B9}" type="datetimeFigureOut">
              <a:rPr lang="pt-BR" smtClean="0"/>
              <a:t>12/05/2021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9831-0249-438E-99D9-F9C6F68A2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33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E044-4766-4C84-B27D-8683520958B9}" type="datetimeFigureOut">
              <a:rPr lang="pt-BR" smtClean="0"/>
              <a:t>12/05/2021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9831-0249-438E-99D9-F9C6F68A2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751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987426"/>
            <a:ext cx="72901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E044-4766-4C84-B27D-8683520958B9}" type="datetimeFigureOut">
              <a:rPr lang="pt-BR" smtClean="0"/>
              <a:t>12/05/2021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9831-0249-438E-99D9-F9C6F68A2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02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987426"/>
            <a:ext cx="72901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E044-4766-4C84-B27D-8683520958B9}" type="datetimeFigureOut">
              <a:rPr lang="pt-BR" smtClean="0"/>
              <a:t>12/05/2021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9831-0249-438E-99D9-F9C6F68A2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36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E044-4766-4C84-B27D-8683520958B9}" type="datetimeFigureOut">
              <a:rPr lang="pt-BR" smtClean="0"/>
              <a:t>12/05/2021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9831-0249-438E-99D9-F9C6F68A2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3548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65125"/>
            <a:ext cx="3105046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65125"/>
            <a:ext cx="913513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E044-4766-4C84-B27D-8683520958B9}" type="datetimeFigureOut">
              <a:rPr lang="pt-BR" smtClean="0"/>
              <a:t>12/05/2021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89831-0249-438E-99D9-F9C6F68A2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9790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65126"/>
            <a:ext cx="12420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825625"/>
            <a:ext cx="124201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1E044-4766-4C84-B27D-8683520958B9}" type="datetimeFigureOut">
              <a:rPr lang="pt-BR" smtClean="0"/>
              <a:t>12/05/2021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356351"/>
            <a:ext cx="4860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89831-0249-438E-99D9-F9C6F68A26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127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E509DA3-454C-497A-B249-EAF457107DB2}"/>
              </a:ext>
            </a:extLst>
          </p:cNvPr>
          <p:cNvSpPr/>
          <p:nvPr/>
        </p:nvSpPr>
        <p:spPr>
          <a:xfrm>
            <a:off x="2884924" y="7939"/>
            <a:ext cx="3595801" cy="11268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lIns="108002" tIns="54001" rIns="108002" bIns="54001">
            <a:spAutoFit/>
          </a:bodyPr>
          <a:lstStyle/>
          <a:p>
            <a:pPr algn="ctr"/>
            <a:r>
              <a:rPr lang="pt-BR" sz="3307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Cronograma Geral </a:t>
            </a:r>
          </a:p>
          <a:p>
            <a:pPr algn="ctr"/>
            <a:r>
              <a:rPr lang="pt-BR" sz="3307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do Projeto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6C1F4D2-2FCE-4BCB-B37C-49E8EC824C8C}"/>
              </a:ext>
            </a:extLst>
          </p:cNvPr>
          <p:cNvSpPr/>
          <p:nvPr/>
        </p:nvSpPr>
        <p:spPr>
          <a:xfrm>
            <a:off x="6480725" y="-4370"/>
            <a:ext cx="7735232" cy="112683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lIns="108002" tIns="54001" rIns="108002" bIns="54001">
            <a:spAutoFit/>
          </a:bodyPr>
          <a:lstStyle/>
          <a:p>
            <a:pPr algn="ctr"/>
            <a:r>
              <a:rPr lang="pt-BR" sz="6496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VAI E VOLTA BEBIDAS</a:t>
            </a:r>
          </a:p>
          <a:p>
            <a:pPr algn="ctr"/>
            <a:endParaRPr lang="pt-BR" sz="118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FBAEC3A4-506D-4BAF-8B31-AAB617282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567015"/>
              </p:ext>
            </p:extLst>
          </p:nvPr>
        </p:nvGraphicFramePr>
        <p:xfrm>
          <a:off x="138223" y="1223420"/>
          <a:ext cx="14000774" cy="449245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308342755"/>
                    </a:ext>
                  </a:extLst>
                </a:gridCol>
                <a:gridCol w="249740">
                  <a:extLst>
                    <a:ext uri="{9D8B030D-6E8A-4147-A177-3AD203B41FA5}">
                      <a16:colId xmlns:a16="http://schemas.microsoft.com/office/drawing/2014/main" val="1229929193"/>
                    </a:ext>
                  </a:extLst>
                </a:gridCol>
                <a:gridCol w="249740">
                  <a:extLst>
                    <a:ext uri="{9D8B030D-6E8A-4147-A177-3AD203B41FA5}">
                      <a16:colId xmlns:a16="http://schemas.microsoft.com/office/drawing/2014/main" val="606259494"/>
                    </a:ext>
                  </a:extLst>
                </a:gridCol>
                <a:gridCol w="261965">
                  <a:extLst>
                    <a:ext uri="{9D8B030D-6E8A-4147-A177-3AD203B41FA5}">
                      <a16:colId xmlns:a16="http://schemas.microsoft.com/office/drawing/2014/main" val="4229739291"/>
                    </a:ext>
                  </a:extLst>
                </a:gridCol>
                <a:gridCol w="261965">
                  <a:extLst>
                    <a:ext uri="{9D8B030D-6E8A-4147-A177-3AD203B41FA5}">
                      <a16:colId xmlns:a16="http://schemas.microsoft.com/office/drawing/2014/main" val="3156329359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74229866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848386030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6097246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759936706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278798165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871000218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605600119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99281959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87443296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995130567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263039876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218416298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76487262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896889111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753195259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83680978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569566353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422630077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675492250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811190287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4250152351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48295234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751409733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405630466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022628764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949861609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821574847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4263440816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74945903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830255409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768655339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336737056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409444598"/>
                    </a:ext>
                  </a:extLst>
                </a:gridCol>
                <a:gridCol w="241404">
                  <a:extLst>
                    <a:ext uri="{9D8B030D-6E8A-4147-A177-3AD203B41FA5}">
                      <a16:colId xmlns:a16="http://schemas.microsoft.com/office/drawing/2014/main" val="3537436331"/>
                    </a:ext>
                  </a:extLst>
                </a:gridCol>
                <a:gridCol w="302718">
                  <a:extLst>
                    <a:ext uri="{9D8B030D-6E8A-4147-A177-3AD203B41FA5}">
                      <a16:colId xmlns:a16="http://schemas.microsoft.com/office/drawing/2014/main" val="3425459307"/>
                    </a:ext>
                  </a:extLst>
                </a:gridCol>
                <a:gridCol w="241404">
                  <a:extLst>
                    <a:ext uri="{9D8B030D-6E8A-4147-A177-3AD203B41FA5}">
                      <a16:colId xmlns:a16="http://schemas.microsoft.com/office/drawing/2014/main" val="1413766973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3503685238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967710724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786571085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347639064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2126162922"/>
                    </a:ext>
                  </a:extLst>
                </a:gridCol>
                <a:gridCol w="261842">
                  <a:extLst>
                    <a:ext uri="{9D8B030D-6E8A-4147-A177-3AD203B41FA5}">
                      <a16:colId xmlns:a16="http://schemas.microsoft.com/office/drawing/2014/main" val="1799539507"/>
                    </a:ext>
                  </a:extLst>
                </a:gridCol>
              </a:tblGrid>
              <a:tr h="42442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Mês de ABRL</a:t>
                      </a:r>
                      <a:endParaRPr lang="pt-B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8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9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10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11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12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13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14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15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16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17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18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19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20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21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22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23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24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25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26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27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28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29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30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07876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Criação Projeto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31036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lang="pt-BR" sz="2100" dirty="0"/>
                        <a:t>Criação Códigos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530576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Criação Pagina e Testes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743032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Design do Site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87178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100" dirty="0"/>
                        <a:t>Testes Finais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098676"/>
                  </a:ext>
                </a:extLst>
              </a:tr>
              <a:tr h="490588">
                <a:tc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Apresentação ao Cliente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68192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Ajustes pedidos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0552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pt-BR" sz="2100" dirty="0"/>
                        <a:t>Entrega e Aceite</a:t>
                      </a:r>
                    </a:p>
                  </a:txBody>
                  <a:tcPr marL="108002" marR="108002" marT="54001" marB="5400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100" dirty="0"/>
                    </a:p>
                  </a:txBody>
                  <a:tcPr marL="108002" marR="108002" marT="54001" marB="54001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994143"/>
                  </a:ext>
                </a:extLst>
              </a:tr>
            </a:tbl>
          </a:graphicData>
        </a:graphic>
      </p:graphicFrame>
      <p:pic>
        <p:nvPicPr>
          <p:cNvPr id="15" name="Imagem 14">
            <a:extLst>
              <a:ext uri="{FF2B5EF4-FFF2-40B4-BE49-F238E27FC236}">
                <a16:creationId xmlns:a16="http://schemas.microsoft.com/office/drawing/2014/main" id="{4E125FB4-CEFF-47CA-A466-152E365088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72" t="30233" r="11469" b="21550"/>
          <a:stretch/>
        </p:blipFill>
        <p:spPr>
          <a:xfrm>
            <a:off x="184253" y="12373"/>
            <a:ext cx="2558948" cy="1211046"/>
          </a:xfrm>
          <a:prstGeom prst="rect">
            <a:avLst/>
          </a:prstGeom>
        </p:spPr>
      </p:pic>
      <p:graphicFrame>
        <p:nvGraphicFramePr>
          <p:cNvPr id="16" name="Tabela 16">
            <a:extLst>
              <a:ext uri="{FF2B5EF4-FFF2-40B4-BE49-F238E27FC236}">
                <a16:creationId xmlns:a16="http://schemas.microsoft.com/office/drawing/2014/main" id="{FB8FC84E-881F-4D59-AE7B-5FBFF1F33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717138"/>
              </p:ext>
            </p:extLst>
          </p:nvPr>
        </p:nvGraphicFramePr>
        <p:xfrm>
          <a:off x="184251" y="5792650"/>
          <a:ext cx="8643910" cy="98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001">
                  <a:extLst>
                    <a:ext uri="{9D8B030D-6E8A-4147-A177-3AD203B41FA5}">
                      <a16:colId xmlns:a16="http://schemas.microsoft.com/office/drawing/2014/main" val="3283585438"/>
                    </a:ext>
                  </a:extLst>
                </a:gridCol>
                <a:gridCol w="1754068">
                  <a:extLst>
                    <a:ext uri="{9D8B030D-6E8A-4147-A177-3AD203B41FA5}">
                      <a16:colId xmlns:a16="http://schemas.microsoft.com/office/drawing/2014/main" val="1543151136"/>
                    </a:ext>
                  </a:extLst>
                </a:gridCol>
                <a:gridCol w="1943872">
                  <a:extLst>
                    <a:ext uri="{9D8B030D-6E8A-4147-A177-3AD203B41FA5}">
                      <a16:colId xmlns:a16="http://schemas.microsoft.com/office/drawing/2014/main" val="653902443"/>
                    </a:ext>
                  </a:extLst>
                </a:gridCol>
                <a:gridCol w="334528">
                  <a:extLst>
                    <a:ext uri="{9D8B030D-6E8A-4147-A177-3AD203B41FA5}">
                      <a16:colId xmlns:a16="http://schemas.microsoft.com/office/drawing/2014/main" val="1748159756"/>
                    </a:ext>
                  </a:extLst>
                </a:gridCol>
                <a:gridCol w="1944441">
                  <a:extLst>
                    <a:ext uri="{9D8B030D-6E8A-4147-A177-3AD203B41FA5}">
                      <a16:colId xmlns:a16="http://schemas.microsoft.com/office/drawing/2014/main" val="1961567430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3882209644"/>
                    </a:ext>
                  </a:extLst>
                </a:gridCol>
              </a:tblGrid>
              <a:tr h="341964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Função</a:t>
                      </a: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Nomes</a:t>
                      </a: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Função</a:t>
                      </a: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Nomes</a:t>
                      </a: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60685"/>
                  </a:ext>
                </a:extLst>
              </a:tr>
              <a:tr h="341964">
                <a:tc>
                  <a:txBody>
                    <a:bodyPr/>
                    <a:lstStyle/>
                    <a:p>
                      <a:endParaRPr lang="pt-B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LÍDER </a:t>
                      </a: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Enzo</a:t>
                      </a: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Analista de Qualidade</a:t>
                      </a: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Douglas, Felipe, </a:t>
                      </a: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38648"/>
                  </a:ext>
                </a:extLst>
              </a:tr>
              <a:tr h="204803">
                <a:tc>
                  <a:txBody>
                    <a:bodyPr/>
                    <a:lstStyle/>
                    <a:p>
                      <a:endParaRPr lang="pt-B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TÉCNICO</a:t>
                      </a: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Enzo, Gustavo, Felipe</a:t>
                      </a: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601" marR="91601" marT="45800" marB="45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580462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E1D973C0-2FA7-412A-9E48-83779AF2BE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63" t="50000" r="72687" b="39509"/>
          <a:stretch/>
        </p:blipFill>
        <p:spPr>
          <a:xfrm>
            <a:off x="11223057" y="6083166"/>
            <a:ext cx="2992889" cy="67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901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1043</TotalTime>
  <Words>75</Words>
  <Application>Microsoft Office PowerPoint</Application>
  <PresentationFormat>Personalizar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ENZO FONSECA MELO</dc:creator>
  <cp:lastModifiedBy>ENZO FONSECA MELO</cp:lastModifiedBy>
  <cp:revision>17</cp:revision>
  <dcterms:created xsi:type="dcterms:W3CDTF">2021-04-12T23:50:37Z</dcterms:created>
  <dcterms:modified xsi:type="dcterms:W3CDTF">2021-05-13T01:36:39Z</dcterms:modified>
</cp:coreProperties>
</file>